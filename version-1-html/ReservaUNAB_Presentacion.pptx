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63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ReservaUNAB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4E6C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Reserva de Espacios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Problemática, Solución y Tecnologías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Problemática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36601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L" sz="1400" dirty="0"/>
              <a:t>La Universidad Andrés Bello enfrenta una deficiencia crítica en la gestión de reserva de espacios académicos. Actualmente, no existe un sistema centralizado que permita a estudiantes y docentes consultar la disponibilidad de salas de forma eficiente y en tiempo real. El proceso es manual y confuso, generando conflictos de doble ocupación, pérdida de información y frustración en la comunidad universitaria. La falta de herramientas de búsqueda avanzada —como filtros por tipo de espacio, capacidad, edificio o fecha— obliga a los usuarios a recorrer manualmente listados completos, consumiendo tiempo valioso. Adicionalmente, no existe un historial centralizado de reservas que permita auditar, gestionar o cancelar reservaciones de forma organizada, lo que resulta en una experiencia deficiente y poco escalable para las necesidades actuales de la institución.</a:t>
            </a:r>
          </a:p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Nuestra Solución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Plataforma web intuitiva y responsiva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836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Sistema de filtros avanzados (tipo, edificio, capacidad, fecha)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Búsqueda en tiempo real de espacios disponibles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Gestión completa de reservas (crear, cancelar, historial)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198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Disponibilidad por bloques horarios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Interfaz amigable con Bootstrap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Principales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Filtros dinámicos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Búsqueda textual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Paginación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Interactividad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Modal de reserva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Gestión de reservas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Notificaciones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espacios disponibles • 3 edificios • 13 bloques horarios • Validaciones completas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 Utilizadas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Shape 2"/>
          <p:cNvSpPr/>
          <p:nvPr/>
        </p:nvSpPr>
        <p:spPr>
          <a:xfrm>
            <a:off x="33528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528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244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semántica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244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7460" y="137160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37460" y="1645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7462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00" u="sng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r>
              <a:rPr lang="en-US" sz="1000" u="sng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esign</a:t>
            </a:r>
            <a:endParaRPr lang="en-US" sz="1000" u="sng" dirty="0"/>
          </a:p>
        </p:txBody>
      </p:sp>
      <p:sp>
        <p:nvSpPr>
          <p:cNvPr id="11" name="Text 9"/>
          <p:cNvSpPr txBox="1"/>
          <p:nvPr/>
        </p:nvSpPr>
        <p:spPr>
          <a:xfrm>
            <a:off x="267462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9640" y="141605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9640" y="169037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76800" y="223901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Lógica interactiva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76800" y="278765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4200" y="1416050"/>
            <a:ext cx="1737360" cy="2743200"/>
          </a:xfrm>
          <a:prstGeom prst="roundRect">
            <a:avLst/>
          </a:prstGeom>
          <a:solidFill>
            <a:srgbClr val="F4E6C1"/>
          </a:solidFill>
          <a:ln w="25400">
            <a:solidFill>
              <a:srgbClr val="D4A7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4200" y="169037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71360" y="223901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71360" y="278765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Técnico Completo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63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 semántico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099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 con variables CSS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568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mobile-first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73152" cy="731520"/>
          </a:xfrm>
          <a:prstGeom prst="rect">
            <a:avLst/>
          </a:prstGeom>
          <a:solidFill>
            <a:srgbClr val="F7B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377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Vanilla JS (sin dependencias externas)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6243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delegation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8712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Filtrado reactivo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73152" cy="731520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3291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 framework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5387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Validaciones en cliente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856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Accesibilidad (ARIA)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73152" cy="731520"/>
          </a:xfrm>
          <a:prstGeom prst="rect">
            <a:avLst/>
          </a:prstGeom>
          <a:solidFill>
            <a:srgbClr val="BD10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206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API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445312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serialization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470001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estado local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1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ReservaUNAB es una solución moderna, intuitiva y completamente funcional que resuelve la problemática de reserva de espacios mediante una plataforma web responsiva.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51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Mejora la experiencia de usuarios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08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Automatiza el proceso de reserva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66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Proporciona información en tiempo real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233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8E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Utiliza tecnologías modernas y escalables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361</Words>
  <Application>Microsoft Office PowerPoint</Application>
  <PresentationFormat>Presentación en pantalla (16:9)</PresentationFormat>
  <Paragraphs>65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QUINTANA GAITAN CAMILO</cp:lastModifiedBy>
  <cp:revision>2</cp:revision>
  <dcterms:created xsi:type="dcterms:W3CDTF">2026-09-07T14:23:23Z</dcterms:created>
  <dcterms:modified xsi:type="dcterms:W3CDTF">2026-09-07T14:45:39Z</dcterms:modified>
</cp:coreProperties>
</file>